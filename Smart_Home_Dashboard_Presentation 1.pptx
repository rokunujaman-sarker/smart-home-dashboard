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7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30C39-3D74-4DBF-B192-AA4E29C10829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D28F-A22E-44F8-9519-A37E7C610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38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CD28F-A22E-44F8-9519-A37E7C6104F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969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6CD28F-A22E-44F8-9519-A37E7C6104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06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60376" y="149056"/>
            <a:ext cx="2228012" cy="2157490"/>
          </a:xfrm>
          <a:custGeom>
            <a:avLst/>
            <a:gdLst/>
            <a:ahLst/>
            <a:cxnLst/>
            <a:rect l="l" t="t" r="r" b="b"/>
            <a:pathLst>
              <a:path w="1665860" h="1665860">
                <a:moveTo>
                  <a:pt x="0" y="0"/>
                </a:moveTo>
                <a:lnTo>
                  <a:pt x="1665860" y="0"/>
                </a:lnTo>
                <a:lnTo>
                  <a:pt x="1665860" y="1665860"/>
                </a:lnTo>
                <a:lnTo>
                  <a:pt x="0" y="1665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382" y="2431141"/>
            <a:ext cx="9144000" cy="281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BANGLADESH ARMY UNIVERSITY OF SCIENCE AND TECHNOLOGY, BAUST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69619" y="3257709"/>
            <a:ext cx="4763" cy="26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endParaRPr sz="900"/>
          </a:p>
        </p:txBody>
      </p:sp>
      <p:sp>
        <p:nvSpPr>
          <p:cNvPr id="5" name="TextBox 5"/>
          <p:cNvSpPr txBox="1"/>
          <p:nvPr/>
        </p:nvSpPr>
        <p:spPr>
          <a:xfrm>
            <a:off x="2905720" y="2832311"/>
            <a:ext cx="3327797" cy="446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96"/>
              </a:lnSpc>
              <a:spcBef>
                <a:spcPct val="0"/>
              </a:spcBef>
            </a:pPr>
            <a:r>
              <a:rPr lang="en-US" sz="271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Home Dashboard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2819" y="4045584"/>
            <a:ext cx="1325892" cy="281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88720" y="4045584"/>
            <a:ext cx="1489378" cy="281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To: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47731" y="4397304"/>
            <a:ext cx="2401657" cy="5407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</a:pPr>
            <a:r>
              <a:rPr lang="en-US" sz="156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Md. </a:t>
            </a:r>
            <a:r>
              <a:rPr lang="en-US" sz="156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Rokunujaman</a:t>
            </a:r>
            <a:r>
              <a:rPr lang="en-US" sz="156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566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Sarker</a:t>
            </a:r>
            <a:endParaRPr lang="en-US" sz="156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192"/>
              </a:lnSpc>
            </a:pPr>
            <a:r>
              <a:rPr lang="en-US" sz="1566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ID: 0802320205101045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53858" y="3295515"/>
            <a:ext cx="3031522" cy="281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Development Project II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92046" y="3658623"/>
            <a:ext cx="2267460" cy="2818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 Code: CSE3100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729148" y="4397304"/>
            <a:ext cx="1448950" cy="785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4"/>
              </a:lnSpc>
            </a:pPr>
            <a:r>
              <a:rPr lang="en-US" sz="15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Munira Akter Mou</a:t>
            </a:r>
          </a:p>
          <a:p>
            <a:pPr algn="ctr">
              <a:lnSpc>
                <a:spcPts val="2114"/>
              </a:lnSpc>
            </a:pPr>
            <a:r>
              <a:rPr lang="en-US" sz="15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(Lecturer)</a:t>
            </a:r>
          </a:p>
          <a:p>
            <a:pPr algn="ctr">
              <a:lnSpc>
                <a:spcPts val="2114"/>
              </a:lnSpc>
              <a:spcBef>
                <a:spcPct val="0"/>
              </a:spcBef>
            </a:pPr>
            <a:endParaRPr lang="en-US" sz="151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72518" y="4980895"/>
            <a:ext cx="1834629" cy="5155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065"/>
              </a:lnSpc>
            </a:pPr>
            <a:r>
              <a:rPr lang="en-US" sz="147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Maskur</a:t>
            </a:r>
            <a:r>
              <a:rPr lang="en-US" sz="14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  Shal </a:t>
            </a:r>
            <a:r>
              <a:rPr lang="en-US" sz="1475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Sabil</a:t>
            </a:r>
            <a:endParaRPr lang="en-US" sz="1475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lnSpc>
                <a:spcPts val="2065"/>
              </a:lnSpc>
              <a:spcBef>
                <a:spcPct val="0"/>
              </a:spcBef>
            </a:pPr>
            <a:r>
              <a:rPr lang="en-US" sz="147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(Lecturer)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94412"/>
          </a:xfrm>
        </p:spPr>
        <p:txBody>
          <a:bodyPr>
            <a:normAutofit fontScale="85000" lnSpcReduction="10000"/>
          </a:bodyPr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comprehensive IoT solution combining mobile and hardware technologies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 mobile application for remote device control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microcontroller firmware for hardware integration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synchronization using Firebase Realtime Database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lights, fans, and smart plugs from anywhere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both app-based and physical switch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 &amp;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68905"/>
          </a:xfrm>
        </p:spPr>
        <p:txBody>
          <a:bodyPr>
            <a:normAutofit fontScale="85000" lnSpcReduction="20000"/>
          </a:bodyPr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Create an accessible smart home automation system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remote monitoring and control of home devices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seamless integration between mobile and hardware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 User-friendly interface with Material Design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bidirectional synchronization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ESP32-Firebase-Android communication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Multi-room device organization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user authentication and data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- Android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49368"/>
          </a:xfrm>
        </p:spPr>
        <p:txBody>
          <a:bodyPr>
            <a:normAutofit fontScale="92500" lnSpcReduction="10000"/>
          </a:bodyPr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Authentication: Email/Password, Google Sign-In, Firebase Auth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Dashboard: Room-based UI,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power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switch, profile management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Control: Toggle devices, real-time updates, modern UI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Settings: Configure connection, diagnostics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Sync: Automatic synchronization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- ESP32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-Channel Relay Control: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ultiple relay types, safe GPIO setup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Switch Support: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anual override, debounce, sync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Firebase Integration: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ealtime streaming, reconnection</a:t>
            </a:r>
          </a:p>
          <a:p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Management: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uto-reconnect, diagnostics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Android: Java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SDK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24–34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Firebase, Material Design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ESP32:Firebase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WiFi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relay module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Android Studio, Arduino IDE, Firebase Console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Application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Activity: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ooms, master switch, profile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Activity: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evice management, real-time status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Settings Activity: configure IP, test connection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6486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3ED08C-7312-446A-9D18-16B9B4DF0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03" y="1678431"/>
            <a:ext cx="1932434" cy="41869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3E8CB2-DDE9-4D83-816E-DA321452381C}"/>
              </a:ext>
            </a:extLst>
          </p:cNvPr>
          <p:cNvSpPr txBox="1"/>
          <p:nvPr/>
        </p:nvSpPr>
        <p:spPr>
          <a:xfrm>
            <a:off x="521117" y="1268049"/>
            <a:ext cx="20249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Activity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8AA0E4-4621-4349-92EB-87B27E37090F}"/>
              </a:ext>
            </a:extLst>
          </p:cNvPr>
          <p:cNvSpPr txBox="1"/>
          <p:nvPr/>
        </p:nvSpPr>
        <p:spPr>
          <a:xfrm>
            <a:off x="4649284" y="1283605"/>
            <a:ext cx="19324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Room Activity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793827-68EB-4F1E-A0B9-A11039039B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252" y="1648378"/>
            <a:ext cx="1932435" cy="418694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DC9993F-964B-4EFD-B6A0-CB5D71C3A1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8343" y="1652937"/>
            <a:ext cx="1932434" cy="41869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FDE8C3-BD6C-4556-83AD-C0DFA3DB8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5433" y="1652937"/>
            <a:ext cx="1972688" cy="427415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60CDA22-5414-4E61-86E0-BA19C51567B4}"/>
              </a:ext>
            </a:extLst>
          </p:cNvPr>
          <p:cNvSpPr txBox="1"/>
          <p:nvPr/>
        </p:nvSpPr>
        <p:spPr>
          <a:xfrm>
            <a:off x="2562478" y="1268048"/>
            <a:ext cx="193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Activity</a:t>
            </a:r>
          </a:p>
          <a:p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9C2233-09F2-4D00-9AEC-B2FECDFCC719}"/>
              </a:ext>
            </a:extLst>
          </p:cNvPr>
          <p:cNvSpPr txBox="1"/>
          <p:nvPr/>
        </p:nvSpPr>
        <p:spPr>
          <a:xfrm>
            <a:off x="6705433" y="1292035"/>
            <a:ext cx="19813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Firebase Settings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506" cy="4525963"/>
          </a:xfrm>
        </p:spPr>
        <p:txBody>
          <a:bodyPr/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emote control anywhere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emote + manual control, multi-user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oom-based structure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ealtime sync, auto-reconnect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support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&amp; automation rules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monitoring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Multi-home support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Widgets, dark mode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ush notifications</a:t>
            </a:r>
          </a:p>
          <a:p>
            <a:pPr algn="just"/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dashboard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58274"/>
            <a:ext cx="6400800" cy="1752600"/>
          </a:xfrm>
        </p:spPr>
        <p:txBody>
          <a:bodyPr/>
          <a:lstStyle/>
          <a:p>
            <a:r>
              <a:rPr lang="en-US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your attention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374</Words>
  <Application>Microsoft Office PowerPoint</Application>
  <PresentationFormat>On-screen Show (4:3)</PresentationFormat>
  <Paragraphs>77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PowerPoint Presentation</vt:lpstr>
      <vt:lpstr>Project Overview</vt:lpstr>
      <vt:lpstr>Purpose &amp; Goals</vt:lpstr>
      <vt:lpstr>Key Features - Android App</vt:lpstr>
      <vt:lpstr>Key Features - ESP32 Hardware</vt:lpstr>
      <vt:lpstr>Technologies Used</vt:lpstr>
      <vt:lpstr>Main Application Components</vt:lpstr>
      <vt:lpstr>System Architecture</vt:lpstr>
      <vt:lpstr>Benefits &amp; Advantages</vt:lpstr>
      <vt:lpstr>Future Enhancements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Home Dashboard</dc:title>
  <dc:subject/>
  <dc:creator>User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2025-11-17T18:23:46Z</dcterms:modified>
  <cp:category/>
</cp:coreProperties>
</file>